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834640"/>
            <a:ext cx="882396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74320"/>
            <a:ext cx="2286000" cy="2286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640080"/>
            <a:ext cx="1645920" cy="164592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MÓVIL · UNIDAD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Móvil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IDEs, SDKs, Emuladores, Build &amp; Debugging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/ SPM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3840480"/>
            <a:ext cx="12801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· CORHUILA ©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Semana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62456"/>
            <a:ext cx="493776" cy="49377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62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Desarrollo (IDEs)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184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vs Xcode · Herramientas complementarias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48840"/>
            <a:ext cx="9144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276856"/>
            <a:ext cx="493776" cy="49377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76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221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Emuladores y Dispositivos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5328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 Manager · iOS Simulator · Pruebas físicas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63240"/>
            <a:ext cx="9144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91256"/>
            <a:ext cx="493776" cy="49377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91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1363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Dependencias y Debugging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472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· SPM · Logcat · Breakpoints · Profiler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776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977640"/>
            <a:ext cx="9144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105656"/>
            <a:ext cx="493776" cy="49377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05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0507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616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entorno + primer proyecto ejecutándose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Desarrollo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 para Aplicaciones Móviles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6858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· SDK · Emuladores · Control de versiones · Herramientas complementarias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vs Xcode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general de los IDEs principales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023360" cy="62179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097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integrado para programar, ejecutar, depurar y construir aplicaciones.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023360" cy="621792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0972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desarrollo con librerías, herramientas y APIs para una plataforma.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832104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3154680"/>
                <a:gridCol w="31546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/ iPadOS / watchOS / macOS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/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 / Objective-C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proyectos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Settings + SPM / CocoaPods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+ Jetpack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Storyboard / SwiftUI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Emulador Android (AVD)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Simulator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Complementarias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4023360" cy="109728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07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655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colaboración.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057400"/>
            <a:ext cx="365760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Commits por sprint · ramas por feature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143000"/>
            <a:ext cx="402336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07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55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y diseño UI/UX.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057400"/>
            <a:ext cx="365760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Mockups del MVP · flujo navegable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5351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53512"/>
            <a:ext cx="4023360" cy="109728"/>
          </a:xfrm>
          <a:prstGeom prst="rect">
            <a:avLst/>
          </a:prstGeom>
          <a:solidFill>
            <a:srgbClr val="EF5B25"/>
          </a:solidFill>
          <a:ln w="12700">
            <a:solidFill>
              <a:srgbClr val="EF5B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118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5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Insomnia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APIs (si consume backend).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" y="3867912"/>
            <a:ext cx="365760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867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Validar endpoints antes de integrar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27448" y="295351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2953512"/>
            <a:ext cx="4023360" cy="109728"/>
          </a:xfrm>
          <a:prstGeom prst="rect">
            <a:avLst/>
          </a:prstGeom>
          <a:solidFill>
            <a:srgbClr val="F5820D"/>
          </a:solidFill>
          <a:ln w="12700">
            <a:solidFill>
              <a:srgbClr val="F582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18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base de datos, notificaciones.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867912"/>
            <a:ext cx="365760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867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Login · Push notifications · Firestore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Emuladores y Dispositivos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entorno virtual y físico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68580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 Manager · iOS Simulator · USB Debugging · ADB · Dispositivo físico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/ Simulador  vs  Dispositivo Físico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02336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/ Simulador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234440"/>
            <a:ext cx="1143000" cy="3200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234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28800"/>
            <a:ext cx="64008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39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— depende del PC y configuración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023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78608"/>
            <a:ext cx="64008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 (GPS/cámara pueden simularse)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28416"/>
            <a:ext cx="64008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cambiar versiones y tamaños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078224"/>
            <a:ext cx="4023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78224"/>
            <a:ext cx="64008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desarrollo diario rápido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27448" y="1097280"/>
            <a:ext cx="402336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1097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Físico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70648" y="1234440"/>
            <a:ext cx="1143000" cy="3200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1234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18288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1828800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139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Realista — rendimiento real del hardware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27448" y="2578608"/>
            <a:ext cx="4023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7448" y="2578608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28895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(sensores, cámara, GPS reales)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27448" y="3328416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7448" y="3328416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dispositivo disponible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27448" y="4078224"/>
            <a:ext cx="4023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27448" y="4078224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validaciones finales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Mínima Recomendada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3154680"/>
                <a:gridCol w="31546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SDK + Platform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SDK (incluido en Xcode)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Debugging (ADB)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+ certificados (si aplica)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 Manager (Android Virtual Device)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Simulator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291840"/>
            <a:ext cx="83210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3291840"/>
            <a:ext cx="109728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práctica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Emulador/Simulador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ideal para el desarrollo diario rápido — prueba múltiples versiones y tamaños de pantalla.
</a:t>
            </a:r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físico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necesario para validaciones finales, pruebas de sensores reales y rendimiento real.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Dependencias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Depuración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· Librerías · Debugging profesional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6858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· AAB · IPA · Gradle · CocoaPods · SPM · Logcat · Breakpoints · Profiler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compilar y empaquetar la app para ejecutarla o distribuirla.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246888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Genera: APK / AAB (Android) · IPA (iOS)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65176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61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1810512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20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externas instaladas vía gestor de paquetes.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3200400"/>
            <a:ext cx="246888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· Swift Package Manager · CocoaPods · npm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97280"/>
            <a:ext cx="265176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261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1810512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920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para identificar y corregir errores durante el desarrollo.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2468880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Breakpoints · Profiler de rendimiento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Esenciales del IDE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260604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017520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¿Para qué sirve?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práctico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Logcat / Consola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logs y errores durante la ejecución.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Capturar excepción al abrir una pantalla.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Pausar el programa y revisar variables.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flujo de login paso a paso.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CPU, memoria, red y frames.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consumo alto en lista con imágenes.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Variants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debug/release, flavors,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con logs · Release para entrega.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solidFill>
            <a:srgbClr val="FFFDE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388620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502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Clave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app "no abre" o "se cierra", lo primero es revisar los logs (Logcat/Consola) y ubicar el error real antes de cualquier otra acción.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entorno + primer proyecto ejecutándose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68580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IDE · Configurar emulador · Crear proyecto · Pantalla inicial · Debugging básico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32004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Actividad no obligatoria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 la Actividad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9144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52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entorno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IDE instalado + SDK listo + emulador/simulador creado.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252728"/>
            <a:ext cx="2057400" cy="3657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52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847088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847088"/>
            <a:ext cx="9144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47088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base ejecutándose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176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corriendo en emulador/simulador o dispositivo (pantalla inicial).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002536"/>
            <a:ext cx="2057400" cy="3657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025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corto o capturas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596896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596896"/>
            <a:ext cx="9144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96896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subido con README corto (cómo ejecutar).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752344"/>
            <a:ext cx="2057400" cy="3657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52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346704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346704"/>
            <a:ext cx="9144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46704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del proyecto (mín. 1)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675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pantalla del MVP construida (puede ser estática) con navegación básica.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502152"/>
            <a:ext cx="2057400" cy="3657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Captura/Video + código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096512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096512"/>
            <a:ext cx="9144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96512"/>
            <a:ext cx="411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5840" y="4151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básico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44256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un log (Logcat/Consola) y explicación de qué muestra.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4251960"/>
            <a:ext cx="2057400" cy="36576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51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+ 3 líneas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Rápido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errores comunes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7772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3000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instalado y actualizado.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892808"/>
            <a:ext cx="7772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89280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89280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Emulador/simulador creado y funcionando.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42616"/>
            <a:ext cx="7772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642616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64261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habilitados (USB Debugging en Android si usas dispositivo físico).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39242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392424"/>
            <a:ext cx="7772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392424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39242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compila sin errores.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14223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142232"/>
            <a:ext cx="77724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142232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5880" y="414223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inicial + README con pasos para ejecutar.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Herramientas de Desarrollo Móvil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entorno de desarrollo,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construir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36576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43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IDEs: Android Studio · Xcode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16382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SDK, emuladores y dispositivos físicos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· Dependencias · Debugging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0050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Actividad práctica con entregables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 · Unidad 2 · Programación Móvil · Ingeniería de Sistemas · CORHUILA 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6 - Herramientas de Desarrollo Móvil</dc:title>
  <dc:subject>PptxGenJS Presentation</dc:subject>
  <dc:creator>PptxGenJS</dc:creator>
  <cp:lastModifiedBy>PptxGenJS</cp:lastModifiedBy>
  <cp:revision>1</cp:revision>
  <dcterms:created xsi:type="dcterms:W3CDTF">2026-04-03T13:53:28Z</dcterms:created>
  <dcterms:modified xsi:type="dcterms:W3CDTF">2026-04-03T13:53:28Z</dcterms:modified>
</cp:coreProperties>
</file>